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Urbanist"/>
      <p:regular r:id="rId22"/>
      <p:bold r:id="rId23"/>
      <p:italic r:id="rId24"/>
      <p:boldItalic r:id="rId25"/>
    </p:embeddedFont>
    <p:embeddedFont>
      <p:font typeface="Urbanist ExtraBold"/>
      <p:bold r:id="rId26"/>
      <p:boldItalic r:id="rId27"/>
    </p:embeddedFont>
    <p:embeddedFont>
      <p:font typeface="JetBrains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808872-C776-40AB-8AB6-F907C4623E16}">
  <a:tblStyle styleId="{53808872-C776-40AB-8AB6-F907C4623E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ExtraBold-bold.fntdata"/><Relationship Id="rId25" Type="http://schemas.openxmlformats.org/officeDocument/2006/relationships/font" Target="fonts/Urbanist-boldItalic.fntdata"/><Relationship Id="rId28" Type="http://schemas.openxmlformats.org/officeDocument/2006/relationships/font" Target="fonts/JetBrainsMono-regular.fntdata"/><Relationship Id="rId27" Type="http://schemas.openxmlformats.org/officeDocument/2006/relationships/font" Target="fonts/Urbanist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boldItalic.fntdata"/><Relationship Id="rId30" Type="http://schemas.openxmlformats.org/officeDocument/2006/relationships/font" Target="fonts/JetBrains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24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10" Type="http://schemas.openxmlformats.org/officeDocument/2006/relationships/image" Target="../media/image13.png"/><Relationship Id="rId9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2425" y="1657879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Attention Comparisons on RTX 5080 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" y="2832645"/>
            <a:ext cx="1905000" cy="38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15649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 Pareto Replication Study · FP32 → NVFP4 · RTX 5080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2804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Refik Can Öztaş · N25142279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60429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Ali Talip Coşkun · N25123060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08054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CMP 674 – Parallel Computing with GPUs · Hacettepe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4050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LLM costs are GPU costs. GPT-4 training cost was estimated at ~$100M.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4595812"/>
            <a:ext cx="52387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907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85825" y="31670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1670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$700K/day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serving cost for ChatGPT (2023 estimates)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34528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4528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&gt;90%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of infrastructure spend is tied to GPU hours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85825" y="37385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73856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O(N²)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complexity makes Attention the primary bottleneck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WHY DOES THIS MATTER?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7987" y="3135659"/>
            <a:ext cx="6296025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790586" y="2030759"/>
            <a:ext cx="661082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MECHANISM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2947987" y="4255740"/>
            <a:ext cx="62960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What makes it powerful — and computationally expensive.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3737" y="3421409"/>
            <a:ext cx="5724525" cy="358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349240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05062"/>
            <a:ext cx="349254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405062"/>
            <a:ext cx="349240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00337"/>
            <a:ext cx="29018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66775" y="3148012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MEMORY BANDWIDTH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3738562"/>
            <a:ext cx="29018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N=8192, FP32 requires 4.3 GB of intermediates. HBM reading/writing is the true bottleneck, not arithmetic logic.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2700337"/>
            <a:ext cx="2901999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644925" y="314801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ARITHMETIC THROUGHPUT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44925" y="3738562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Matmuls dominate FLOPs. FP32 ALU is ~50x slower than FP16 Tensor Cores. Narrow precision doubles throughput.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2700337"/>
            <a:ext cx="29018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423225" y="3148012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STRATEGY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23225" y="3738562"/>
            <a:ext cx="29018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Avoid materializing large matrices while using the narrowest precision Tensor Cores can effectively handle.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TWO HARDWARE CHALLENGES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90850"/>
            <a:ext cx="53340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90850"/>
            <a:ext cx="533400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62000" y="3181350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ALGORITHMIC FUSION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477000" y="3181350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PRECISION THREADS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104900" y="35814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143000" y="35814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2022: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FlashAttention-1 (Fused kernel, A100)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104900" y="38671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143000" y="38671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2023: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FlashAttention-2 (Partitioning)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104900" y="41529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143000" y="41529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2024: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FlashAttention-3 (Hopper TMA, FP8)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819900" y="35814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858000" y="35814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2017: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FP16 Mixed Precision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819900" y="38671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858000" y="38671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2024: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FP8 Attention (FA-3 / SageAttn)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819900" y="41529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858000" y="41529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2025: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NVFP4 Attention (RTX 5090)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FIELD'S EVOLUTION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18"/>
          <p:cNvGraphicFramePr/>
          <p:nvPr/>
        </p:nvGraphicFramePr>
        <p:xfrm>
          <a:off x="571500" y="2190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{53808872-C776-40AB-8AB6-F907C4623E16}</a:tableStyleId>
              </a:tblPr>
              <a:tblGrid>
                <a:gridCol w="2665800"/>
                <a:gridCol w="1226500"/>
                <a:gridCol w="2305950"/>
                <a:gridCol w="2780250"/>
                <a:gridCol w="2060975"/>
              </a:tblGrid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Hardware Tier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FA-2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FP8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NVFP4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A100 (Ampere)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Studied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H100 (Hopper)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Studied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RTX 5090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Studied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RTX 5080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CCC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This Study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8"/>
          <p:cNvSpPr txBox="1"/>
          <p:nvPr/>
        </p:nvSpPr>
        <p:spPr>
          <a:xfrm>
            <a:off x="571500" y="52959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RTX 5080 shares sm_120a with 5090 but has half the SMs and a narrower memory bus.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RTX 5080: THE RESEARCH GAP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62000" y="571500"/>
            <a:ext cx="5000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HARDWARE PROFILE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148590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RTX 5080 Specs: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37338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Research Question: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How does the Pareto frontier shape up when adding fusion, FP8, and NVFP4 one variable at a time?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14400" y="2133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52500" y="21336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84 Streaming Multiprocessors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14400" y="24193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52500" y="24193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16 GB GDDR7 @ 960 GB/s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14400" y="27051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52500" y="27051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Native FP8 and NVFP4 formats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14400" y="29908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52500" y="29908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Lack of TMA (Tensor Memory Accelerator)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86125"/>
            <a:ext cx="198879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6515" y="3286125"/>
            <a:ext cx="198879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1530" y="3286125"/>
            <a:ext cx="198879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6545" y="3286125"/>
            <a:ext cx="198879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1560" y="3286125"/>
            <a:ext cx="198879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31727" y="38100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96742" y="38100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61758" y="38100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6773" y="38100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81800" y="3438525"/>
            <a:ext cx="17681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V0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23900" y="3800475"/>
            <a:ext cx="16839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FP32 Naive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Oracle Baseline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2946815" y="3438525"/>
            <a:ext cx="17681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V1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2988915" y="3800475"/>
            <a:ext cx="16839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FP16 Tiled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Tensor Cores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211830" y="3438525"/>
            <a:ext cx="17681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V2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253930" y="3800475"/>
            <a:ext cx="16839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FP16 Fused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Memory Fusion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476845" y="3438525"/>
            <a:ext cx="17681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V3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518945" y="3800475"/>
            <a:ext cx="16839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FP8 Fused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Compute Lever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741861" y="3438525"/>
            <a:ext cx="17681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V4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783960" y="3800475"/>
            <a:ext cx="16839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NVFP4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Microscaled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FIVE-STEP LADDER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2712"/>
            <a:ext cx="52387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52712"/>
            <a:ext cx="52387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857250" y="2938462"/>
            <a:ext cx="49006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V0: FP32 NAIVE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57250" y="3348037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Oracle Reference.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667500" y="2938462"/>
            <a:ext cx="49006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V1: FP16 TILED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667500" y="3348037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HMMA.16816 Engagement.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200150" y="382428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238250" y="3824287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3 separate kernel launches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200150" y="411003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238250" y="4110037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Full S and P materialized in HBM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200150" y="439578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238250" y="4395787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Latency (N=2048): 4,500 ms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010400" y="382428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048500" y="3824287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 FP16; Accumulate FP32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010400" y="411003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048500" y="4110037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CUDA WMMA used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010400" y="439578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7048500" y="4395787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Latency (N=8192): 77.1 ms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V0 BASELINE &amp; V1 TENSOR CORES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71500" y="2981325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17x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571500" y="4314825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MEMORY GAIN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381750" y="27955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FUSION LEVER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381750" y="32051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Online softmax recurrence eliminates quadratic storage. No S or P ever written to HBM.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724650" y="39671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762750" y="39671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V1: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2,176 MB peak HBM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724650" y="42529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762750" y="42529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V2: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128 MB peak HBM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724650" y="45386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762750" y="45386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One fused kernel; block per row-tile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V2: 17X MEMORY REDUCTION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571500" y="283845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Engaging the Compute Lever with native Blackwell FP8 mma instructions.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571500" y="4648200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mma.sync.aligned.m16n8k32.f32.e4m3</a:t>
            </a:r>
            <a:endParaRPr/>
          </a:p>
        </p:txBody>
      </p:sp>
      <p:pic>
        <p:nvPicPr>
          <p:cNvPr descr="image.png" id="262" name="Google Shape;2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907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914400" y="36004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952500" y="360045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Inputs quantized in-kernel to E4M3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14400" y="38862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952500" y="388620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Register-resident accumulator for output O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14400" y="41719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952500" y="417195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Latency: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25.8 ms (N=8192, D=128)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V3: 2.4X SPEEDUP VIA FP8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571500" y="291941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4444"/>
                </a:solidFill>
                <a:latin typeface="Urbanist"/>
                <a:ea typeface="Urbanist"/>
                <a:cs typeface="Urbanist"/>
                <a:sym typeface="Urbanist"/>
              </a:rPr>
              <a:t>REGRESSION (0.77X)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571500" y="33289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NVFP4 promised 2x over FP8. Our implementation (N=8192) recorded 33.4 ms vs V3's 25.8 ms.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6381750" y="291941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BLOCKER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381750" y="33289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Blackwell's native hardware-microscaled path requires specific ldmatrix-style swizzled SMEM layouts.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524625" y="4090987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Software microscaling overhead wins over compute throughput on consumer silicon.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6381750" y="4090987"/>
            <a:ext cx="19050" cy="571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V4: AN INFORMATIVE NEGATIVE RESULT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571500" y="44815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Fusion breaks the memory wall. Precision is irrelevant to footprint once quadratic matrices are removed.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FINDING 1: PEAK HBM FOOTPRINT</a:t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762000" y="57150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FINDING 2: LATENCY &amp; PARETO FRONTIER</a:t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147887"/>
            <a:ext cx="4191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147887"/>
            <a:ext cx="4191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576637"/>
            <a:ext cx="4191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576637"/>
            <a:ext cx="4191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295275" y="1185862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TAKEAWAYS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571500" y="5291137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github.com/canoztas/cmp674-attention-blackwell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1952625" y="2481262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1. Fusion First: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17x win at V2 comes from restructuring, not precision change.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6334125" y="2481262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2. Layout is King: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V3's speed required a PTX-specified fragment layout.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952625" y="3910012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3. V3 Sweet Spot: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FP8 is the current practical limit for consumer silicon.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6334125" y="3910012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4. Negative Results: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Lower precision is not strictly better without hardware alignment.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